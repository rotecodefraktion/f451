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14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Ziele</a:t>
            </a:r>
          </a:p>
          <a:p>
            <a:pPr lvl="1"/>
            <a:r>
              <a:t>Umsatz</a:t>
            </a:r>
          </a:p>
          <a:p>
            <a:pPr lvl="2"/>
            <a:r>
              <a:t>Kosten</a:t>
            </a:r>
          </a:p>
          <a:p>
            <a:pPr/>
            <a:r>
              <a:t>Termine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Zahlen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Nur ein Textfeld</a:t>
            </a:r>
          </a:p>
        </p:txBody>
      </p:sp>
      <p:pic>
        <p:nvPicPr>
          <p:cNvPr id="3" name="Picture 2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08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